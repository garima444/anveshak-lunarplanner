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75" r:id="rId3"/>
    <p:sldId id="274" r:id="rId4"/>
    <p:sldId id="276" r:id="rId5"/>
    <p:sldId id="277" r:id="rId6"/>
    <p:sldId id="279" r:id="rId7"/>
    <p:sldId id="273" r:id="rId8"/>
    <p:sldId id="278" r:id="rId9"/>
    <p:sldId id="283" r:id="rId10"/>
    <p:sldId id="284" r:id="rId11"/>
    <p:sldId id="286" r:id="rId12"/>
    <p:sldId id="287" r:id="rId13"/>
    <p:sldId id="288" r:id="rId14"/>
    <p:sldId id="285" r:id="rId15"/>
    <p:sldId id="280" r:id="rId16"/>
    <p:sldId id="281" r:id="rId17"/>
    <p:sldId id="289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ita gigras" userId="41a9e89cd7006bf2" providerId="LiveId" clId="{7E52E276-2592-4DA1-A98B-3D8C5121D8F9}"/>
    <pc:docChg chg="modSld">
      <pc:chgData name="yogita gigras" userId="41a9e89cd7006bf2" providerId="LiveId" clId="{7E52E276-2592-4DA1-A98B-3D8C5121D8F9}" dt="2022-02-16T06:54:18.988" v="12" actId="20577"/>
      <pc:docMkLst>
        <pc:docMk/>
      </pc:docMkLst>
      <pc:sldChg chg="modSp mod">
        <pc:chgData name="yogita gigras" userId="41a9e89cd7006bf2" providerId="LiveId" clId="{7E52E276-2592-4DA1-A98B-3D8C5121D8F9}" dt="2022-02-16T06:54:18.988" v="12" actId="20577"/>
        <pc:sldMkLst>
          <pc:docMk/>
          <pc:sldMk cId="46610961" sldId="257"/>
        </pc:sldMkLst>
        <pc:spChg chg="mod">
          <ac:chgData name="yogita gigras" userId="41a9e89cd7006bf2" providerId="LiveId" clId="{7E52E276-2592-4DA1-A98B-3D8C5121D8F9}" dt="2022-02-16T06:54:18.988" v="12" actId="20577"/>
          <ac:spMkLst>
            <pc:docMk/>
            <pc:sldMk cId="46610961" sldId="257"/>
            <ac:spMk id="3" creationId="{C67EA6FE-966F-4EAC-99D3-A03AF817A52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DA2F3-DE03-4EDD-9012-E567344B1A90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19BD0-5CCC-475A-9622-BC4D2EC19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20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B8FD-9588-42FA-BD39-3D721F7F4F75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DEF3D-ABAE-4878-8158-6DF0A959B4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28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25B0BE-ADF2-4DDD-93F0-E75DC3D8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B8FD-9588-42FA-BD39-3D721F7F4F75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DEF3D-ABAE-4878-8158-6DF0A959B4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916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26E98F-C102-4765-A262-3F5FA15024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9B8FD-9588-42FA-BD39-3D721F7F4F75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DEF3D-ABAE-4878-8158-6DF0A959B4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61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67EA6FE-966F-4EAC-99D3-A03AF817A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103" y="1636169"/>
            <a:ext cx="9144000" cy="2387600"/>
          </a:xfrm>
        </p:spPr>
        <p:txBody>
          <a:bodyPr/>
          <a:lstStyle/>
          <a:p>
            <a:r>
              <a:rPr lang="en-US" dirty="0"/>
              <a:t>Final Year Project (End term</a:t>
            </a:r>
            <a:r>
              <a:rPr lang="en-US"/>
              <a:t>) Session:2021-2022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1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10AD8C-A341-4A05-9766-88FFC96A4191}"/>
              </a:ext>
            </a:extLst>
          </p:cNvPr>
          <p:cNvSpPr txBox="1">
            <a:spLocks/>
          </p:cNvSpPr>
          <p:nvPr/>
        </p:nvSpPr>
        <p:spPr>
          <a:xfrm>
            <a:off x="3048000" y="996954"/>
            <a:ext cx="9144000" cy="69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NAME OF THE PROJECT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E66C618-6C3A-428A-A06D-81E2DCF82BD5}"/>
              </a:ext>
            </a:extLst>
          </p:cNvPr>
          <p:cNvSpPr txBox="1">
            <a:spLocks/>
          </p:cNvSpPr>
          <p:nvPr/>
        </p:nvSpPr>
        <p:spPr>
          <a:xfrm>
            <a:off x="5862638" y="2843643"/>
            <a:ext cx="50756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Team Member(s):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Name (Roll No.)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9D39126-CA77-43EE-851C-B6A46040F3CB}"/>
              </a:ext>
            </a:extLst>
          </p:cNvPr>
          <p:cNvSpPr txBox="1">
            <a:spLocks/>
          </p:cNvSpPr>
          <p:nvPr/>
        </p:nvSpPr>
        <p:spPr>
          <a:xfrm>
            <a:off x="379639" y="2876153"/>
            <a:ext cx="35052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Supervisor (s): Name 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8FBA76-8801-4BC4-9555-A4D3BF764B04}"/>
              </a:ext>
            </a:extLst>
          </p:cNvPr>
          <p:cNvSpPr txBox="1">
            <a:spLocks/>
          </p:cNvSpPr>
          <p:nvPr/>
        </p:nvSpPr>
        <p:spPr>
          <a:xfrm>
            <a:off x="1290638" y="5515764"/>
            <a:ext cx="9144000" cy="690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DEPARTMENT NAME </a:t>
            </a:r>
          </a:p>
        </p:txBody>
      </p:sp>
    </p:spTree>
    <p:extLst>
      <p:ext uri="{BB962C8B-B14F-4D97-AF65-F5344CB8AC3E}">
        <p14:creationId xmlns:p14="http://schemas.microsoft.com/office/powerpoint/2010/main" val="3046472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2C475-9298-48F8-BD74-016528FF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Description Of The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9CED4-649F-4520-8E5D-EFEF88156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6120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E656-EA5A-465A-896D-070D429C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DF860-F400-47D4-B4E5-59AFD8491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476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B51B-6CD8-4C4A-AA87-7BED58D64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Solutions/Literature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FE5B8-319D-4525-A9ED-574A88FCF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15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30DE4-680F-4E64-930C-041EDD2C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GAPS in existing solution/literature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AAD3B-8825-4072-B458-A4F7EEBB8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021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7399-3CB3-4584-BE84-063B7195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A9BB8-51D5-408B-89E6-4DF10F2DF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77EFA-FF99-4AD1-8108-058728DC26F1}"/>
              </a:ext>
            </a:extLst>
          </p:cNvPr>
          <p:cNvSpPr txBox="1"/>
          <p:nvPr/>
        </p:nvSpPr>
        <p:spPr>
          <a:xfrm>
            <a:off x="609600" y="5947954"/>
            <a:ext cx="6801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accent1"/>
                </a:solidFill>
              </a:rPr>
              <a:t>https://en.wikipedia.org/wiki/Chart</a:t>
            </a:r>
          </a:p>
        </p:txBody>
      </p:sp>
    </p:spTree>
    <p:extLst>
      <p:ext uri="{BB962C8B-B14F-4D97-AF65-F5344CB8AC3E}">
        <p14:creationId xmlns:p14="http://schemas.microsoft.com/office/powerpoint/2010/main" val="29485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D66DB-B8B3-466F-A1B7-25084EF8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41C93-B24A-4F21-9D42-D22A50A33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108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376BD-A6D8-4143-B41B-62CD528A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Tools/platform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ED57C-F54B-4EB3-B92C-A2DF12B85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54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2409-18C0-4820-8F03-CB3EC8C7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 Methodology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5002E-8818-4B1D-9C57-2C4EFA5A2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7934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0D131-2E2F-448E-99C7-3BF4F7C4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Issues identified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1654F-A06C-4EC2-8B46-9634B6CBD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996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F391-7EEE-4644-A559-D80F30EF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&amp;Implementation/</a:t>
            </a:r>
            <a:br>
              <a:rPr lang="en-US" dirty="0"/>
            </a:br>
            <a:r>
              <a:rPr lang="en-US" dirty="0"/>
              <a:t>Interface and Design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1D491-843A-4773-9233-356938034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914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5E5AE-BEF1-4FF5-AAD5-5536DF6F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and Performance 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F6716-1D91-4294-9E1D-489D8205D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461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D53E-992D-4D39-9216-BD24B615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Outcome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7804-4925-4312-BAAF-7FBCFAB07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113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5EB9-1EE5-4622-9FC1-39A4D2E8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75A1-84DD-4038-B338-690FE7336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917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345A-1B5C-425E-9CDC-1B17858D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Responsibility Chart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F4BDD-B40C-4145-A844-3B122A83C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41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C59B-F66B-47FD-898B-5DAE6502C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Broader Impact factor Status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E53B8-344D-4E0B-861B-ED049FAC3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986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F5F2E-44BD-40D3-939F-A7EA139C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1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/>
              <a:t>Screenshot of MS-Meetings(online)/comments(offline) by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97C33-10A2-4866-842C-9EEB9BBC6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83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108</Words>
  <Application>Microsoft Office PowerPoint</Application>
  <PresentationFormat>Widescreen</PresentationFormat>
  <Paragraphs>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Final Year Project (End term) Session:2021-2022</vt:lpstr>
      <vt:lpstr>PowerPoint Presentation</vt:lpstr>
      <vt:lpstr>Description Of The Topic</vt:lpstr>
      <vt:lpstr>Feasibility Study</vt:lpstr>
      <vt:lpstr>Existing Solutions/Literature Review</vt:lpstr>
      <vt:lpstr>GAPS in existing solution/literature review</vt:lpstr>
      <vt:lpstr>Problem Statement</vt:lpstr>
      <vt:lpstr>Objectives</vt:lpstr>
      <vt:lpstr>Tools/platform Used</vt:lpstr>
      <vt:lpstr>Design Methodology </vt:lpstr>
      <vt:lpstr>Challenges and Issues identified</vt:lpstr>
      <vt:lpstr>Methodology &amp;Implementation/ Interface and Design Implementation</vt:lpstr>
      <vt:lpstr>Testing and Performance Evaluation</vt:lpstr>
      <vt:lpstr>Outcome</vt:lpstr>
      <vt:lpstr>GANTT Chart</vt:lpstr>
      <vt:lpstr>Responsibility Chart</vt:lpstr>
      <vt:lpstr>Broader Impact factor Status</vt:lpstr>
      <vt:lpstr>Screenshot of MS-Meetings(online)/comments(offline) by Guide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yogita gigras</cp:lastModifiedBy>
  <cp:revision>11</cp:revision>
  <dcterms:created xsi:type="dcterms:W3CDTF">2021-08-06T15:24:41Z</dcterms:created>
  <dcterms:modified xsi:type="dcterms:W3CDTF">2022-02-16T06:54:21Z</dcterms:modified>
</cp:coreProperties>
</file>